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46888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NEXT.JS DEVELOPMENT SETUP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Sources: Next.js, Node.js, and node-postgres documentation (accessed July 2026)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1292840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2179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Install prerequisites: Linux &amp; macOS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12471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Install Git and a current Node.js LTS release before creating the project.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1636776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</a:rPr>
              <a:t>LINUX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263640" y="157276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36792" y="1636776"/>
            <a:ext cx="722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6534"/>
                </a:solidFill>
              </a:rPr>
              <a:t>macOS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203911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8940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199339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Install system tools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2249424"/>
            <a:ext cx="4846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Ubuntu/Debian example: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633472"/>
            <a:ext cx="5303520" cy="777240"/>
          </a:xfrm>
          <a:prstGeom prst="roundRect">
            <a:avLst>
              <a:gd name="adj" fmla="val 705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2770632"/>
            <a:ext cx="4974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update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-y curl git build-essential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657600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707892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36118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Install NVM + Node.js LTS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38679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NVM keeps Node versions isolated and easy to update.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315968"/>
            <a:ext cx="530352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4453128"/>
            <a:ext cx="4974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-o- https://raw.githubusercontent.com/nvm-sh/nvm/v0.40.5/install.sh | bash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"$HOME/.nvm/nvm.sh"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nvm install --lts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203911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208940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20840" y="1993392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Install Homebrew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20840" y="2249424"/>
            <a:ext cx="4892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Skip this step when Homebrew is already installed.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63640" y="2633472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8232" y="2770632"/>
            <a:ext cx="5020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/bin/bash -c "$(curl -fsSL https://raw.githubusercontent.com/Homebrew/install/HEAD/install.sh)"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657600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3707892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20840" y="3611880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Install Node.js and Git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20840" y="386791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Homebrew installs both commands and adds them to your PATH.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4315968"/>
            <a:ext cx="5349240" cy="640080"/>
          </a:xfrm>
          <a:prstGeom prst="roundRect">
            <a:avLst>
              <a:gd name="adj" fmla="val 8571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4453128"/>
            <a:ext cx="5020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node git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5623560"/>
            <a:ext cx="1110996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3232" y="5815584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 on either platform:   node --version     npm --version     git --version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2179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Install prerequisites: Windows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12471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Use PowerShell on Windows 10 or 11. Restart the terminal after installers finish.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70992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760220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66420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Install Node.js LTS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1920240"/>
            <a:ext cx="4937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Download the Windows .msi installer from nodejs.org and keep npm + Add to PATH enabled.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62432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674620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57860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Install Git for Windows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2834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Use the default options. Git Bash is installed as an optional terminal.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50215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55244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34564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Install Visual Studio Code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37124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Enable “Add to PATH” and “Open with Code” during setup.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1709928"/>
            <a:ext cx="5349240" cy="1508760"/>
          </a:xfrm>
          <a:prstGeom prst="roundRect">
            <a:avLst>
              <a:gd name="adj" fmla="val 3636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1847088"/>
            <a:ext cx="50200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--version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--version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63640" y="33832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Verify in a new PowerShell window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63640" y="3730752"/>
            <a:ext cx="5166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Each command should print a version number. Next.js requires Node.js 20.9 or newer; use the current LTS release.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617720"/>
            <a:ext cx="11109960" cy="1170432"/>
          </a:xfrm>
          <a:prstGeom prst="roundRect">
            <a:avLst>
              <a:gd name="adj" fmla="val 4688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82803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3412"/>
                </a:solidFill>
              </a:rPr>
              <a:t>PowerShell script error?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" y="519379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C2D12"/>
                </a:solidFill>
              </a:rPr>
              <a:t>If npm.ps1 is blocked, run this once for your Windows account: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0" y="5175504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2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Set-ExecutionPolicy -Scope CurrentUser RemoteSigned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2179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Create and run a Next.js project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12471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The same npm commands work in Linux, macOS, PowerShell, and Command Prompt.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67335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72364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6276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Open your projects folder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1883664"/>
            <a:ext cx="3200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Use cd to move to the location where the new folder should be created.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167335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72364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09160" y="16276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Generate the project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09160" y="1883664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create-next-app installs Next.js, React, TypeScript, ESLint, Tailwind, and the App Router.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01000" y="167335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1000" y="172364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58200" y="1627632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Start development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58200" y="188366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Enter the folder and launch the local development server.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2743200"/>
            <a:ext cx="11109960" cy="1234440"/>
          </a:xfrm>
          <a:prstGeom prst="roundRect">
            <a:avLst>
              <a:gd name="adj" fmla="val 444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2880360"/>
            <a:ext cx="10780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create-next-app@latest my-next-app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my-next-app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251960"/>
            <a:ext cx="5349240" cy="1143000"/>
          </a:xfrm>
          <a:prstGeom prst="roundRect">
            <a:avLst>
              <a:gd name="adj" fmla="val 48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480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534"/>
                </a:solidFill>
              </a:rPr>
              <a:t>Open the app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488289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263640" y="4251960"/>
            <a:ext cx="5349240" cy="1143000"/>
          </a:xfrm>
          <a:prstGeom prst="roundRect">
            <a:avLst>
              <a:gd name="adj" fmla="val 48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480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</a:rPr>
              <a:t>Open in VS Code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88289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0292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280"/>
                </a:solidFill>
              </a:rPr>
              <a:t>Run npm commands only from the project directory containing package.json.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2179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Install the PostgreSQL package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12471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Everyone already has PostgreSQL; add the Node.js client package inside your Next.js project.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96212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6002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Open the project folder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18562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Run this from the folder that contains package.json, not from Documents or Desktop.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0" y="1696212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6002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Install node-postgres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18562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The package name is pg. It lets Next.js server code connect to PostgreSQL.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2440" y="1645920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1696212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49640" y="160020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Add the database URL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49640" y="185623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Store your connection string in .env.local so it stays out of your code.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2697480"/>
            <a:ext cx="5349240" cy="1325880"/>
          </a:xfrm>
          <a:prstGeom prst="roundRect">
            <a:avLst>
              <a:gd name="adj" fmla="val 4138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2834640"/>
            <a:ext cx="50200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my-next-app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pg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-D @types/pg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697480"/>
            <a:ext cx="5349240" cy="1325880"/>
          </a:xfrm>
          <a:prstGeom prst="roundRect">
            <a:avLst>
              <a:gd name="adj" fmla="val 4138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28232" y="2834640"/>
            <a:ext cx="50200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.env.local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DATABASE_URL=postgresql://username:password@localhost:5432/dbname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4297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Basic connection file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02920" y="4681728"/>
            <a:ext cx="5349240" cy="1234440"/>
          </a:xfrm>
          <a:prstGeom prst="roundRect">
            <a:avLst>
              <a:gd name="adj" fmla="val 444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" y="4818888"/>
            <a:ext cx="50200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src/lib/db.ts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Pool } from "pg";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pool = new Pool({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connectionString: process.env.DATABASE_URL,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26364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Use it in an API route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263640" y="4681728"/>
            <a:ext cx="5349240" cy="1234440"/>
          </a:xfrm>
          <a:prstGeom prst="roundRect">
            <a:avLst>
              <a:gd name="adj" fmla="val 444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8232" y="4818888"/>
            <a:ext cx="50200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app/api/customers/route.ts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pool } from "@/lib/db";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GET()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 = await pool.query("SELECT * FROM customer");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Response.json(result.rows);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6108192"/>
            <a:ext cx="11109960" cy="384048"/>
          </a:xfrm>
          <a:prstGeom prst="roundRect">
            <a:avLst>
              <a:gd name="adj" fmla="val 14286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6236208"/>
            <a:ext cx="10698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991B1B"/>
                </a:solidFill>
              </a:rPr>
              <a:t>Only use pg in server-side code: Route Handlers, Server Components, or Server Actions. Never expose DATABASE_URL in browser code.</a:t>
            </a:r>
            <a:endParaRPr lang="en-US" sz="9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CA3A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Next.js Development Setup</dc:title>
  <dc:subject>Next.js and PostgreSQL setup</dc:subject>
  <dc:creator>OpenAI</dc:creator>
  <cp:lastModifiedBy>OpenAI</cp:lastModifiedBy>
  <cp:revision>1</cp:revision>
  <dcterms:created xsi:type="dcterms:W3CDTF">2026-07-16T19:00:08Z</dcterms:created>
  <dcterms:modified xsi:type="dcterms:W3CDTF">2026-07-16T19:00:08Z</dcterms:modified>
</cp:coreProperties>
</file>